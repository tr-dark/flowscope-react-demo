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zysztof Piech" userId="e083266e-1376-4d61-93db-d4380b081d14" providerId="ADAL" clId="{E3DDA763-9666-40B1-9E60-0D2D530F5AF7}"/>
    <pc:docChg chg="modSld">
      <pc:chgData name="Krzysztof Piech" userId="e083266e-1376-4d61-93db-d4380b081d14" providerId="ADAL" clId="{E3DDA763-9666-40B1-9E60-0D2D530F5AF7}" dt="2026-04-09T05:46:27.386" v="13" actId="20577"/>
      <pc:docMkLst>
        <pc:docMk/>
      </pc:docMkLst>
      <pc:sldChg chg="modSp mod">
        <pc:chgData name="Krzysztof Piech" userId="e083266e-1376-4d61-93db-d4380b081d14" providerId="ADAL" clId="{E3DDA763-9666-40B1-9E60-0D2D530F5AF7}" dt="2026-04-09T05:46:27.386" v="13" actId="20577"/>
        <pc:sldMkLst>
          <pc:docMk/>
          <pc:sldMk cId="4250375308" sldId="258"/>
        </pc:sldMkLst>
        <pc:spChg chg="mod">
          <ac:chgData name="Krzysztof Piech" userId="e083266e-1376-4d61-93db-d4380b081d14" providerId="ADAL" clId="{E3DDA763-9666-40B1-9E60-0D2D530F5AF7}" dt="2026-04-09T05:46:27.386" v="13" actId="20577"/>
          <ac:spMkLst>
            <pc:docMk/>
            <pc:sldMk cId="4250375308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982639" y="2541012"/>
            <a:ext cx="8700797" cy="1646302"/>
          </a:xfrm>
        </p:spPr>
        <p:txBody>
          <a:bodyPr/>
          <a:lstStyle/>
          <a:p>
            <a:r>
              <a:rPr lang="pl-PL" sz="6000" dirty="0">
                <a:solidFill>
                  <a:schemeClr val="bg2">
                    <a:lumMod val="25000"/>
                  </a:schemeClr>
                </a:solidFill>
              </a:rPr>
              <a:t>SZABLON PREZENTACJI</a:t>
            </a:r>
          </a:p>
        </p:txBody>
      </p:sp>
    </p:spTree>
    <p:extLst>
      <p:ext uri="{BB962C8B-B14F-4D97-AF65-F5344CB8AC3E}">
        <p14:creationId xmlns:p14="http://schemas.microsoft.com/office/powerpoint/2010/main" val="88011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1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200" b="1" dirty="0"/>
              <a:t>COVER (SLAJD TYTUŁOWY)</a:t>
            </a:r>
            <a:br>
              <a:rPr lang="pl-PL" sz="3200" dirty="0"/>
            </a:br>
            <a:r>
              <a:rPr lang="pl-PL" sz="3200" dirty="0"/>
              <a:t>nazwa rozwiązania</a:t>
            </a:r>
            <a:br>
              <a:rPr lang="pl-PL" sz="3200" dirty="0"/>
            </a:br>
            <a:r>
              <a:rPr lang="pl-PL" sz="3200" dirty="0"/>
              <a:t>nazwa zespołu</a:t>
            </a:r>
            <a:br>
              <a:rPr lang="pl-PL" sz="3200" dirty="0"/>
            </a:br>
            <a:r>
              <a:rPr lang="pl-PL" sz="3200" dirty="0"/>
              <a:t>(ewentualnie mniejszą hasło przewodnie Waszego biznesu) </a:t>
            </a:r>
            <a:br>
              <a:rPr lang="pl-PL" dirty="0"/>
            </a:b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83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2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PROBLEM/SZANSA</a:t>
            </a:r>
            <a:br>
              <a:rPr lang="pl-PL" sz="3200" dirty="0"/>
            </a:br>
            <a:r>
              <a:rPr lang="pl-PL" sz="3200" dirty="0"/>
              <a:t>Opisz jaki problem rozwiązujesz</a:t>
            </a:r>
          </a:p>
          <a:p>
            <a:r>
              <a:rPr lang="pl-PL" sz="3200"/>
              <a:t>In Progress</a:t>
            </a:r>
            <a:endParaRPr lang="pl-PL" sz="3200" dirty="0"/>
          </a:p>
        </p:txBody>
      </p:sp>
    </p:spTree>
    <p:extLst>
      <p:ext uri="{BB962C8B-B14F-4D97-AF65-F5344CB8AC3E}">
        <p14:creationId xmlns:p14="http://schemas.microsoft.com/office/powerpoint/2010/main" val="425037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3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VALUE PROPOSITION</a:t>
            </a:r>
            <a:br>
              <a:rPr lang="pl-PL" sz="3200" dirty="0"/>
            </a:br>
            <a:r>
              <a:rPr lang="pl-PL" sz="3200" dirty="0"/>
              <a:t>Podkreśl wartość jaką wprowadza Twój produkt w odniesieniu do zidentyfikowanych potrzeb</a:t>
            </a:r>
          </a:p>
        </p:txBody>
      </p:sp>
    </p:spTree>
    <p:extLst>
      <p:ext uri="{BB962C8B-B14F-4D97-AF65-F5344CB8AC3E}">
        <p14:creationId xmlns:p14="http://schemas.microsoft.com/office/powerpoint/2010/main" val="267854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4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POKAŻ MAGIĘ</a:t>
            </a:r>
          </a:p>
          <a:p>
            <a:pPr marL="0" indent="0">
              <a:buNone/>
            </a:pPr>
            <a:r>
              <a:rPr lang="pl-PL" sz="3200" dirty="0"/>
              <a:t>Podkreśl jak Twój produkt działa (technologia, funkcje).</a:t>
            </a:r>
          </a:p>
          <a:p>
            <a:pPr marL="0" indent="0">
              <a:buNone/>
            </a:pPr>
            <a:r>
              <a:rPr lang="pl-PL" sz="3200" dirty="0"/>
              <a:t>To czas, aby zamieścić demo, pokazać przykłady, zrzuty</a:t>
            </a:r>
          </a:p>
        </p:txBody>
      </p:sp>
    </p:spTree>
    <p:extLst>
      <p:ext uri="{BB962C8B-B14F-4D97-AF65-F5344CB8AC3E}">
        <p14:creationId xmlns:p14="http://schemas.microsoft.com/office/powerpoint/2010/main" val="2166864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5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RYNEK</a:t>
            </a:r>
          </a:p>
          <a:p>
            <a:pPr marL="0" indent="0">
              <a:buNone/>
            </a:pPr>
            <a:r>
              <a:rPr lang="pl-PL" sz="3200" dirty="0"/>
              <a:t>Zaprezentuj klienta docelowego, wielkość rynku, wspomnij o testach (wykresy/grafiki wskazane)</a:t>
            </a:r>
          </a:p>
        </p:txBody>
      </p:sp>
    </p:spTree>
    <p:extLst>
      <p:ext uri="{BB962C8B-B14F-4D97-AF65-F5344CB8AC3E}">
        <p14:creationId xmlns:p14="http://schemas.microsoft.com/office/powerpoint/2010/main" val="2089255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6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MODEL BIZNESOWY</a:t>
            </a:r>
          </a:p>
          <a:p>
            <a:pPr marL="0" indent="0">
              <a:buNone/>
            </a:pPr>
            <a:r>
              <a:rPr lang="pl-PL" sz="3200" dirty="0"/>
              <a:t>Jak można zarabiać na produkcie, w jakim modelu biznesowym go wdrażać</a:t>
            </a:r>
          </a:p>
        </p:txBody>
      </p:sp>
    </p:spTree>
    <p:extLst>
      <p:ext uri="{BB962C8B-B14F-4D97-AF65-F5344CB8AC3E}">
        <p14:creationId xmlns:p14="http://schemas.microsoft.com/office/powerpoint/2010/main" val="317601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7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KONKURENCJA</a:t>
            </a:r>
          </a:p>
          <a:p>
            <a:pPr marL="0" indent="0">
              <a:buNone/>
            </a:pPr>
            <a:r>
              <a:rPr lang="pl-PL" sz="3200" dirty="0"/>
              <a:t>Pokaż jak zbadaliście rynek (wiecie co jest na rynku i jakie są wady i zalety w stosunku do waszego rozwiązania)</a:t>
            </a:r>
          </a:p>
        </p:txBody>
      </p:sp>
    </p:spTree>
    <p:extLst>
      <p:ext uri="{BB962C8B-B14F-4D97-AF65-F5344CB8AC3E}">
        <p14:creationId xmlns:p14="http://schemas.microsoft.com/office/powerpoint/2010/main" val="249432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8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STRATEGIA</a:t>
            </a:r>
          </a:p>
          <a:p>
            <a:pPr marL="0" indent="0">
              <a:buNone/>
            </a:pPr>
            <a:r>
              <a:rPr lang="pl-PL" sz="3200" dirty="0"/>
              <a:t>Zarysuj strategię marketingową i plan na zdobycie klientów/użytkowników</a:t>
            </a:r>
          </a:p>
        </p:txBody>
      </p:sp>
    </p:spTree>
    <p:extLst>
      <p:ext uri="{BB962C8B-B14F-4D97-AF65-F5344CB8AC3E}">
        <p14:creationId xmlns:p14="http://schemas.microsoft.com/office/powerpoint/2010/main" val="380901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9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ZESPÓŁ/ KTO ZA TYM STOI</a:t>
            </a:r>
          </a:p>
          <a:p>
            <a:pPr marL="0" indent="0">
              <a:buNone/>
            </a:pPr>
            <a:r>
              <a:rPr lang="pl-PL" sz="3200" dirty="0"/>
              <a:t>Zespół i role, które pełnicie w projekcie są niezwykle istotne, uwiarygadniają pomysł i pokazują kto za nim stoi.</a:t>
            </a:r>
          </a:p>
        </p:txBody>
      </p:sp>
    </p:spTree>
    <p:extLst>
      <p:ext uri="{BB962C8B-B14F-4D97-AF65-F5344CB8AC3E}">
        <p14:creationId xmlns:p14="http://schemas.microsoft.com/office/powerpoint/2010/main" val="7011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800" b="1" dirty="0"/>
              <a:t>SLAJD 10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sz="3200" b="1" dirty="0"/>
              <a:t>ROAD MAP/ MILESTONES/ TRACTION</a:t>
            </a:r>
          </a:p>
          <a:p>
            <a:pPr marL="0" indent="0">
              <a:buNone/>
            </a:pPr>
            <a:r>
              <a:rPr lang="pl-PL" sz="3200" dirty="0"/>
              <a:t>Pokaż na jakim etapie jesteście, co przed Wami jakie możliwości rozwojowe stoją otworem</a:t>
            </a:r>
          </a:p>
        </p:txBody>
      </p:sp>
    </p:spTree>
    <p:extLst>
      <p:ext uri="{BB962C8B-B14F-4D97-AF65-F5344CB8AC3E}">
        <p14:creationId xmlns:p14="http://schemas.microsoft.com/office/powerpoint/2010/main" val="74196090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202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Faseta</vt:lpstr>
      <vt:lpstr>SZABLON PREZENTACJI</vt:lpstr>
      <vt:lpstr>SLAJD 1</vt:lpstr>
      <vt:lpstr>SLAJD 2</vt:lpstr>
      <vt:lpstr>SLAJD 3</vt:lpstr>
      <vt:lpstr>SLAJD 4</vt:lpstr>
      <vt:lpstr>SLAJD 5</vt:lpstr>
      <vt:lpstr>SLAJD 6</vt:lpstr>
      <vt:lpstr>SLAJD 7</vt:lpstr>
      <vt:lpstr>SLAJD 8</vt:lpstr>
      <vt:lpstr>SLAJD 9</vt:lpstr>
      <vt:lpstr>SLAJD 10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 PREZENTACJI</dc:title>
  <dc:creator>Patrycja Janakowska</dc:creator>
  <cp:lastModifiedBy>Krzysztof Piech</cp:lastModifiedBy>
  <cp:revision>2</cp:revision>
  <dcterms:created xsi:type="dcterms:W3CDTF">2020-05-26T06:24:05Z</dcterms:created>
  <dcterms:modified xsi:type="dcterms:W3CDTF">2026-04-09T05:46:30Z</dcterms:modified>
</cp:coreProperties>
</file>